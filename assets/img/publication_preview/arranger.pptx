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149C54-36B7-44AE-A2D7-E8899F383508}" v="4" dt="2025-12-22T05:42:05.2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Pan" userId="0ee21308d1ee2822" providerId="LiveId" clId="{CBBBF0EC-AC55-4EB9-9C58-3206341084E5}"/>
    <pc:docChg chg="undo custSel addSld modSld">
      <pc:chgData name="Michael Pan" userId="0ee21308d1ee2822" providerId="LiveId" clId="{CBBBF0EC-AC55-4EB9-9C58-3206341084E5}" dt="2025-12-22T05:42:07.220" v="50" actId="1076"/>
      <pc:docMkLst>
        <pc:docMk/>
      </pc:docMkLst>
      <pc:sldChg chg="addSp delSp modSp mod">
        <pc:chgData name="Michael Pan" userId="0ee21308d1ee2822" providerId="LiveId" clId="{CBBBF0EC-AC55-4EB9-9C58-3206341084E5}" dt="2025-12-22T05:41:45.975" v="43" actId="478"/>
        <pc:sldMkLst>
          <pc:docMk/>
          <pc:sldMk cId="3805247489" sldId="256"/>
        </pc:sldMkLst>
        <pc:grpChg chg="del">
          <ac:chgData name="Michael Pan" userId="0ee21308d1ee2822" providerId="LiveId" clId="{CBBBF0EC-AC55-4EB9-9C58-3206341084E5}" dt="2025-12-22T05:41:11.561" v="24" actId="165"/>
          <ac:grpSpMkLst>
            <pc:docMk/>
            <pc:sldMk cId="3805247489" sldId="256"/>
            <ac:grpSpMk id="7" creationId="{66F1C54C-61B2-4EBB-2074-56DE3E65F687}"/>
          </ac:grpSpMkLst>
        </pc:grpChg>
        <pc:picChg chg="add del mod">
          <ac:chgData name="Michael Pan" userId="0ee21308d1ee2822" providerId="LiveId" clId="{CBBBF0EC-AC55-4EB9-9C58-3206341084E5}" dt="2025-12-22T05:41:45.975" v="43" actId="478"/>
          <ac:picMkLst>
            <pc:docMk/>
            <pc:sldMk cId="3805247489" sldId="256"/>
            <ac:picMk id="2" creationId="{4A29F648-A3D4-7C39-ED12-A1E0592480B7}"/>
          </ac:picMkLst>
        </pc:picChg>
        <pc:picChg chg="mod topLvl">
          <ac:chgData name="Michael Pan" userId="0ee21308d1ee2822" providerId="LiveId" clId="{CBBBF0EC-AC55-4EB9-9C58-3206341084E5}" dt="2025-12-22T05:41:20.849" v="28" actId="1076"/>
          <ac:picMkLst>
            <pc:docMk/>
            <pc:sldMk cId="3805247489" sldId="256"/>
            <ac:picMk id="5" creationId="{4E31E2B9-2BDB-CB70-4DC7-5BEE8400F331}"/>
          </ac:picMkLst>
        </pc:picChg>
        <pc:picChg chg="mod topLvl">
          <ac:chgData name="Michael Pan" userId="0ee21308d1ee2822" providerId="LiveId" clId="{CBBBF0EC-AC55-4EB9-9C58-3206341084E5}" dt="2025-12-22T05:41:20.612" v="27" actId="1076"/>
          <ac:picMkLst>
            <pc:docMk/>
            <pc:sldMk cId="3805247489" sldId="256"/>
            <ac:picMk id="6" creationId="{13584306-5B7A-4D00-70D6-7A504B6CFA0A}"/>
          </ac:picMkLst>
        </pc:picChg>
      </pc:sldChg>
      <pc:sldChg chg="addSp delSp modSp new mod">
        <pc:chgData name="Michael Pan" userId="0ee21308d1ee2822" providerId="LiveId" clId="{CBBBF0EC-AC55-4EB9-9C58-3206341084E5}" dt="2025-12-22T05:42:07.220" v="50" actId="1076"/>
        <pc:sldMkLst>
          <pc:docMk/>
          <pc:sldMk cId="155932506" sldId="257"/>
        </pc:sldMkLst>
        <pc:spChg chg="del">
          <ac:chgData name="Michael Pan" userId="0ee21308d1ee2822" providerId="LiveId" clId="{CBBBF0EC-AC55-4EB9-9C58-3206341084E5}" dt="2025-12-22T05:39:39.693" v="1" actId="478"/>
          <ac:spMkLst>
            <pc:docMk/>
            <pc:sldMk cId="155932506" sldId="257"/>
            <ac:spMk id="2" creationId="{55DE54C8-9A9F-A604-9B8E-E70FC6463484}"/>
          </ac:spMkLst>
        </pc:spChg>
        <pc:spChg chg="del">
          <ac:chgData name="Michael Pan" userId="0ee21308d1ee2822" providerId="LiveId" clId="{CBBBF0EC-AC55-4EB9-9C58-3206341084E5}" dt="2025-12-22T05:39:39.693" v="1" actId="478"/>
          <ac:spMkLst>
            <pc:docMk/>
            <pc:sldMk cId="155932506" sldId="257"/>
            <ac:spMk id="3" creationId="{59FA7A7A-E87E-B722-B694-5D8DAE4A8DD0}"/>
          </ac:spMkLst>
        </pc:spChg>
        <pc:grpChg chg="add mod">
          <ac:chgData name="Michael Pan" userId="0ee21308d1ee2822" providerId="LiveId" clId="{CBBBF0EC-AC55-4EB9-9C58-3206341084E5}" dt="2025-12-22T05:42:07.220" v="50" actId="1076"/>
          <ac:grpSpMkLst>
            <pc:docMk/>
            <pc:sldMk cId="155932506" sldId="257"/>
            <ac:grpSpMk id="13" creationId="{78B8AAB7-C583-4D6E-A8C6-C2FD06770E74}"/>
          </ac:grpSpMkLst>
        </pc:grpChg>
        <pc:picChg chg="add del mod">
          <ac:chgData name="Michael Pan" userId="0ee21308d1ee2822" providerId="LiveId" clId="{CBBBF0EC-AC55-4EB9-9C58-3206341084E5}" dt="2025-12-22T05:39:47.149" v="5" actId="478"/>
          <ac:picMkLst>
            <pc:docMk/>
            <pc:sldMk cId="155932506" sldId="257"/>
            <ac:picMk id="5" creationId="{29A57C29-C656-AC3F-7736-E79BDFD8E171}"/>
          </ac:picMkLst>
        </pc:picChg>
        <pc:picChg chg="add del mod">
          <ac:chgData name="Michael Pan" userId="0ee21308d1ee2822" providerId="LiveId" clId="{CBBBF0EC-AC55-4EB9-9C58-3206341084E5}" dt="2025-12-22T05:41:32.541" v="35" actId="478"/>
          <ac:picMkLst>
            <pc:docMk/>
            <pc:sldMk cId="155932506" sldId="257"/>
            <ac:picMk id="7" creationId="{9634F406-7583-76FE-E6EF-D56BA77282D3}"/>
          </ac:picMkLst>
        </pc:picChg>
        <pc:picChg chg="add mod">
          <ac:chgData name="Michael Pan" userId="0ee21308d1ee2822" providerId="LiveId" clId="{CBBBF0EC-AC55-4EB9-9C58-3206341084E5}" dt="2025-12-22T05:42:05.287" v="49" actId="164"/>
          <ac:picMkLst>
            <pc:docMk/>
            <pc:sldMk cId="155932506" sldId="257"/>
            <ac:picMk id="9" creationId="{2F8D9E0B-747B-43D7-76E5-8C3E751F8F92}"/>
          </ac:picMkLst>
        </pc:picChg>
        <pc:picChg chg="add mod">
          <ac:chgData name="Michael Pan" userId="0ee21308d1ee2822" providerId="LiveId" clId="{CBBBF0EC-AC55-4EB9-9C58-3206341084E5}" dt="2025-12-22T05:42:05.287" v="49" actId="164"/>
          <ac:picMkLst>
            <pc:docMk/>
            <pc:sldMk cId="155932506" sldId="257"/>
            <ac:picMk id="11" creationId="{B10D88E1-8942-167E-256B-E4DE62A253F3}"/>
          </ac:picMkLst>
        </pc:picChg>
        <pc:picChg chg="add mod">
          <ac:chgData name="Michael Pan" userId="0ee21308d1ee2822" providerId="LiveId" clId="{CBBBF0EC-AC55-4EB9-9C58-3206341084E5}" dt="2025-12-22T05:42:05.287" v="49" actId="164"/>
          <ac:picMkLst>
            <pc:docMk/>
            <pc:sldMk cId="155932506" sldId="257"/>
            <ac:picMk id="12" creationId="{9FD07A5D-5130-70FE-5E09-7594D67D568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AD84-EC67-1C19-EC96-CD9C408830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562180-BF2D-92BD-32CA-578A561F1B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9238B-A517-7BA3-10E5-5FC640868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901EC-91F9-7150-65CD-1E973869E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57AAF-51E4-3406-42CD-94D8B9E40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37017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7CFA3-6D9F-B75A-2A26-5291EF209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493FB-B04E-60C8-3A48-3DB63CC76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64DB5-5A01-38E4-25EC-51A4348B1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2EB50-BF35-EDE9-5EF0-2189E9359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6BBEE1-D8F6-E561-A5F7-F0D070A45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040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EC92F-2333-F785-4A7F-606C34300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27A07-7881-AE9E-0334-CDAFF04AF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11F03-3DFD-6C23-06DE-887045FDC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7C373-9F27-F733-424B-7A67EAD18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B1BA6-3D3E-058D-2FC1-3B227B71F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75357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86978-B1EB-86FA-D54F-033FD589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B625C-E1F0-C639-FABD-5348A0CB97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BC27B-5C3F-86CC-F2C2-0E82B949FD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417A8F-6496-5776-5343-9A5D3D13A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AA065-1775-382E-C592-0383680D1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33F33A-A967-8B93-88C7-502AC7CB4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625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74A34-D02F-C7F1-A39B-B940C0E28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0D9B95-E157-4C4D-4E0D-4384D53D0D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AEA42-EEE0-2683-3673-30D2693356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F0D4F7-2BCE-6A58-A1C8-E19EB99327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A60EB6-8936-1944-D346-7DA287C165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02637A-0844-0537-0F00-CFFD2EA19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4B8A7C-21A1-EA39-E4D2-C4DAFE99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BEC354-8E90-23FA-85FC-4F51EA878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4966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09DF6-13FD-1180-DDF2-51E6ED75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F1E239-100B-E6E0-1FDC-4EC25AD0F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52DB72-02AA-0686-84FE-42675C9FD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AB5FD9-9711-D03F-D5D2-FEEDD670F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7618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2914FB-E3DD-1BA0-DDAE-F3F3C5D6E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AC064F-4F7D-B217-2226-99F79734B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71DC1-B74C-D18F-4C00-BFB0B841C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2422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A72D-9310-DC63-35DC-354C4DCA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7EC6B-86E9-54FB-5D4C-7D647170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2FAA96-F978-CA54-8E29-C9A9D4FB54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940F4F-2CB1-F063-71DA-174D73BE6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49AC82-FA67-0705-5F40-CA7FFA545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3B0980-8BA4-D351-3580-B2DBA8DF0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695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700E9-D0F6-EC06-CC4E-0191C0433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A3D40B-EE31-9300-1FD3-618722F0A7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7ABAE8-3BFF-EDC7-C36E-CE3B55A53F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D07A9A-2E71-0698-1906-81F868159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929200-A526-14AA-DF0F-1C1B84F09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FF7BC-6713-E093-1C61-394777A8E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2138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42D68-3DBE-09F9-7ED0-3C1E9F665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C28BE1-4576-B345-74EE-570E70C633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B0749-B7A3-E5DB-AAD1-E4732B3E1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4CDB1-6650-4EA6-4994-B6D9B6F47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5CCC1-ADCF-5C3D-0C7C-049F46DD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3802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E25C82-F454-A23F-ABD0-3CE110EC1C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E60FE3-93E2-CC29-C34E-A1D60372A2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7EA95-CF6E-D4E5-1D0B-380B57837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E623F-61F0-7566-1A74-32B84DB89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72C55-6294-D1A8-EEB1-6FF5C89FB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0594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867AAD-D744-2220-2F15-AE0F9BFC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214E2-34AD-386D-D0D0-0319E6212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EBE4C-4DEF-3D4E-3CDA-5F790DEB82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B50B24-96A8-4A74-AAAC-CE8A8F80A192}" type="datetimeFigureOut">
              <a:rPr lang="en-AU" smtClean="0"/>
              <a:t>21/12/2025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E119B4-8271-6F5E-3EAD-5868C35F84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447F8-78C0-153E-624F-8325860B3A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A60068-9791-4F77-87EE-5D3C6EC0EA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794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uple of heads of people with different facial features&#10;&#10;AI-generated content may be incorrect.">
            <a:extLst>
              <a:ext uri="{FF2B5EF4-FFF2-40B4-BE49-F238E27FC236}">
                <a16:creationId xmlns:a16="http://schemas.microsoft.com/office/drawing/2014/main" id="{4E31E2B9-2BDB-CB70-4DC7-5BEE8400F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63" r="50566" b="10632"/>
          <a:stretch>
            <a:fillRect/>
          </a:stretch>
        </p:blipFill>
        <p:spPr>
          <a:xfrm>
            <a:off x="3399295" y="1212350"/>
            <a:ext cx="5393409" cy="2219218"/>
          </a:xfrm>
          <a:prstGeom prst="rect">
            <a:avLst/>
          </a:prstGeom>
        </p:spPr>
      </p:pic>
      <p:pic>
        <p:nvPicPr>
          <p:cNvPr id="6" name="Picture 5" descr="A couple of heads of people with different facial features&#10;&#10;AI-generated content may be incorrect.">
            <a:extLst>
              <a:ext uri="{FF2B5EF4-FFF2-40B4-BE49-F238E27FC236}">
                <a16:creationId xmlns:a16="http://schemas.microsoft.com/office/drawing/2014/main" id="{13584306-5B7A-4D00-70D6-7A504B6CFA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368" t="15718" b="9915"/>
          <a:stretch>
            <a:fillRect/>
          </a:stretch>
        </p:blipFill>
        <p:spPr>
          <a:xfrm>
            <a:off x="3661250" y="3426431"/>
            <a:ext cx="4869497" cy="221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24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8B8AAB7-C583-4D6E-A8C6-C2FD06770E74}"/>
              </a:ext>
            </a:extLst>
          </p:cNvPr>
          <p:cNvGrpSpPr/>
          <p:nvPr/>
        </p:nvGrpSpPr>
        <p:grpSpPr>
          <a:xfrm>
            <a:off x="3235778" y="2368607"/>
            <a:ext cx="5720444" cy="2120786"/>
            <a:chOff x="3367346" y="2156247"/>
            <a:chExt cx="5720444" cy="2120786"/>
          </a:xfrm>
        </p:grpSpPr>
        <p:pic>
          <p:nvPicPr>
            <p:cNvPr id="9" name="Picture 8" descr="A person wearing a mask&#10;&#10;AI-generated content may be incorrect.">
              <a:extLst>
                <a:ext uri="{FF2B5EF4-FFF2-40B4-BE49-F238E27FC236}">
                  <a16:creationId xmlns:a16="http://schemas.microsoft.com/office/drawing/2014/main" id="{2F8D9E0B-747B-43D7-76E5-8C3E751F8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88007" y="2156247"/>
              <a:ext cx="1759801" cy="2120786"/>
            </a:xfrm>
            <a:prstGeom prst="rect">
              <a:avLst/>
            </a:prstGeom>
          </p:spPr>
        </p:pic>
        <p:pic>
          <p:nvPicPr>
            <p:cNvPr id="11" name="Picture 10" descr="A white robot with flowers on it&#10;&#10;AI-generated content may be incorrect.">
              <a:extLst>
                <a:ext uri="{FF2B5EF4-FFF2-40B4-BE49-F238E27FC236}">
                  <a16:creationId xmlns:a16="http://schemas.microsoft.com/office/drawing/2014/main" id="{B10D88E1-8942-167E-256B-E4DE62A25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7265" y="2156247"/>
              <a:ext cx="1800525" cy="2120786"/>
            </a:xfrm>
            <a:prstGeom prst="rect">
              <a:avLst/>
            </a:prstGeom>
          </p:spPr>
        </p:pic>
        <p:pic>
          <p:nvPicPr>
            <p:cNvPr id="12" name="Picture 11" descr="A white robot with a face painted on it&#10;&#10;AI-generated content may be incorrect.">
              <a:extLst>
                <a:ext uri="{FF2B5EF4-FFF2-40B4-BE49-F238E27FC236}">
                  <a16:creationId xmlns:a16="http://schemas.microsoft.com/office/drawing/2014/main" id="{9FD07A5D-5130-70FE-5E09-7594D67D56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67346" y="2156248"/>
              <a:ext cx="1681204" cy="212078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932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Pan</dc:creator>
  <cp:lastModifiedBy>Michael Pan</cp:lastModifiedBy>
  <cp:revision>1</cp:revision>
  <dcterms:created xsi:type="dcterms:W3CDTF">2025-09-06T10:03:12Z</dcterms:created>
  <dcterms:modified xsi:type="dcterms:W3CDTF">2025-12-22T05:42:15Z</dcterms:modified>
</cp:coreProperties>
</file>